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63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/home/claude/profi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2194560" cy="219456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651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Madhesh 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2920" y="3200400"/>
            <a:ext cx="2468880" cy="347472"/>
          </a:xfrm>
          <a:prstGeom prst="roundRect">
            <a:avLst>
              <a:gd name="adj" fmla="val 3157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CGPA: 9.82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4005072"/>
            <a:ext cx="2743200" cy="210312"/>
          </a:xfrm>
          <a:prstGeom prst="roundRect">
            <a:avLst>
              <a:gd name="adj" fmla="val 21739"/>
            </a:avLst>
          </a:prstGeom>
          <a:solidFill>
            <a:srgbClr val="1E2D4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00507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4279392"/>
            <a:ext cx="2743200" cy="210312"/>
          </a:xfrm>
          <a:prstGeom prst="roundRect">
            <a:avLst>
              <a:gd name="adj" fmla="val 21739"/>
            </a:avLst>
          </a:prstGeom>
          <a:solidFill>
            <a:srgbClr val="1E2D4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27939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4553712"/>
            <a:ext cx="2743200" cy="210312"/>
          </a:xfrm>
          <a:prstGeom prst="roundRect">
            <a:avLst>
              <a:gd name="adj" fmla="val 21739"/>
            </a:avLst>
          </a:prstGeom>
          <a:solidFill>
            <a:srgbClr val="1E2D4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55371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49040" y="182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4904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Madhesh S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374904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AI/ML Enthusiast  ·  Android Developer · Backend Developer 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49040" y="1600200"/>
            <a:ext cx="5029200" cy="22860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0" y="1737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INTEREST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49040" y="202996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2D42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749040" y="2029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202996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2D42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63640" y="2029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749040" y="2651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749040" y="29443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02030"/>
          </a:solidFill>
          <a:ln w="635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749040" y="2944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09360" y="29443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02030"/>
          </a:solidFill>
          <a:ln w="635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09360" y="2944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&amp; Firebase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749040" y="341985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02030"/>
          </a:solidFill>
          <a:ln w="635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749040" y="34198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Development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341985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02030"/>
          </a:solidFill>
          <a:ln w="635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309360" y="34198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74904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impactful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Projects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Showcasing Expertise in Mobile, Backend, and AI/ML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651760" cy="3822192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07008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81328"/>
            <a:ext cx="26517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29844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170078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ParcelPool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" y="2157984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1E2D4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Firebase  ·  Android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2468880"/>
            <a:ext cx="2432304" cy="1417320"/>
          </a:xfrm>
          <a:prstGeom prst="roundRect">
            <a:avLst>
              <a:gd name="adj" fmla="val 3871"/>
            </a:avLst>
          </a:prstGeom>
          <a:solidFill>
            <a:srgbClr val="1E2D4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6" name="Image 0" descr="/home/claude/proj_screensho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" y="2487168"/>
            <a:ext cx="2395728" cy="1380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38912" y="39502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On-the-way delivery app connecting parcel senders with travelers. Real-time sync, secure auth &amp; route matching.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4608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108960" y="1207008"/>
            <a:ext cx="2651760" cy="3822192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08960" y="1207008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08960" y="1481328"/>
            <a:ext cx="265176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129844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73552" y="170078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Price Prediction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273552" y="2157984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1E2D4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73552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Flask  ·  ML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18688" y="2468880"/>
            <a:ext cx="2432304" cy="1417320"/>
          </a:xfrm>
          <a:prstGeom prst="roundRect">
            <a:avLst>
              <a:gd name="adj" fmla="val 3871"/>
            </a:avLst>
          </a:prstGeom>
          <a:solidFill>
            <a:srgbClr val="1E2D42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28" name="Image 1" descr="/home/claude/proj_m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6976" y="2487168"/>
            <a:ext cx="2395728" cy="1380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273552" y="39502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regression system for real-time property valuation. Clean UI for parameter input with instant predictions.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246120" y="4608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5943600" y="1207008"/>
            <a:ext cx="2651760" cy="3822192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943600" y="1207008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943600" y="1481328"/>
            <a:ext cx="265176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680960" y="129844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680960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108192" y="170078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Validation System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108192" y="2157984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1E2D42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 ·  NLP  ·  Automation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6053328" y="2468880"/>
            <a:ext cx="2432304" cy="1417320"/>
          </a:xfrm>
          <a:prstGeom prst="roundRect">
            <a:avLst>
              <a:gd name="adj" fmla="val 3871"/>
            </a:avLst>
          </a:prstGeom>
          <a:solidFill>
            <a:srgbClr val="1E2D42"/>
          </a:solidFill>
          <a:ln w="6350">
            <a:solidFill>
              <a:srgbClr val="F97316"/>
            </a:solidFill>
            <a:prstDash val="solid"/>
          </a:ln>
        </p:spPr>
      </p:sp>
      <p:pic>
        <p:nvPicPr>
          <p:cNvPr id="40" name="Image 2" descr="/home/claude/proj_loa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71616" y="2487168"/>
            <a:ext cx="2395728" cy="13807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108192" y="395020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processing using OCR &amp; NLP validation. Streamlines loan approvals with auto report generation.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080760" y="4608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Dashboard — Full-Stack REST API Integration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754880" cy="2926080"/>
          </a:xfrm>
          <a:prstGeom prst="roundRect">
            <a:avLst>
              <a:gd name="adj" fmla="val 3125"/>
            </a:avLst>
          </a:prstGeom>
          <a:solidFill>
            <a:srgbClr val="1E2D4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70432"/>
            <a:ext cx="457200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0416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UI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257800" y="1078992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E2D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postma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9240" y="1170432"/>
            <a:ext cx="342900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29443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Tested via Postman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257800" y="3291840"/>
            <a:ext cx="1097280" cy="1508760"/>
          </a:xfrm>
          <a:prstGeom prst="roundRect">
            <a:avLst>
              <a:gd name="adj" fmla="val 6667"/>
            </a:avLst>
          </a:prstGeom>
          <a:solidFill>
            <a:srgbClr val="1E2D42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257800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/sensor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257800" y="378561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live data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492240" y="3291840"/>
            <a:ext cx="1097280" cy="1508760"/>
          </a:xfrm>
          <a:prstGeom prst="roundRect">
            <a:avLst>
              <a:gd name="adj" fmla="val 6667"/>
            </a:avLst>
          </a:prstGeom>
          <a:solidFill>
            <a:srgbClr val="1E2D42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92240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/sensor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92240" y="378561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readings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726680" y="3291840"/>
            <a:ext cx="1097280" cy="1508760"/>
          </a:xfrm>
          <a:prstGeom prst="roundRect">
            <a:avLst>
              <a:gd name="adj" fmla="val 6667"/>
            </a:avLst>
          </a:prstGeom>
          <a:solidFill>
            <a:srgbClr val="1E2D42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26680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726680" y="378561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display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Development Lifecycle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and Step-by-Step Procedure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81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64208" y="1481328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64208" y="1481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62656" y="1481328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62656" y="1481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0F1B2D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64208" y="1920240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0F1B2D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64208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62656" y="1920240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0F1B2D"/>
          </a:solidFill>
          <a:ln w="12700">
            <a:solidFill>
              <a:srgbClr val="94A3B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62656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11887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1481328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5910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8928" y="157276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Flask application and robust API endpoints for data handling.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2286000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3957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38928" y="237744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the dashboard UI using modern web standards.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3090672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38928" y="318211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frontend to backend and validated API functionality via Postman.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895344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1E2D4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40050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38928" y="398678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real-time sensor data display with seamless refresh logic.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Am Suitable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Role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Academic Excellence with Practical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1E2D42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2199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391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Academic 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a high CGPA of 9.82 throughout B.Tech CSE, demonstrating discipline and a quick learning 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1E2D42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3639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53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Development 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2278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experience in Python/Flask backend and Android mobile development through end-to-end projects.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1E2D42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05079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679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AI/ML Expertise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1422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internship experience building real-world ML solutions and automated systems.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914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9.82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704088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2057400"/>
            <a:ext cx="1463040" cy="22860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7040880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3291840"/>
            <a:ext cx="1463040" cy="22860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4930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088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contribute to innovative software solutions.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344</Words>
  <Application>Microsoft Office PowerPoint</Application>
  <PresentationFormat>On-screen Show (16:9)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Madhesh S — Portfolio</dc:title>
  <dc:subject>PptxGenJS Presentation</dc:subject>
  <dc:creator>Madhesh S</dc:creator>
  <cp:lastModifiedBy>Madhesh S</cp:lastModifiedBy>
  <cp:revision>2</cp:revision>
  <dcterms:created xsi:type="dcterms:W3CDTF">2026-06-22T19:05:39Z</dcterms:created>
  <dcterms:modified xsi:type="dcterms:W3CDTF">2026-06-22T19:10:11Z</dcterms:modified>
</cp:coreProperties>
</file>